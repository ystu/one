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30分鐘講課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信・愿・行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斷疑生信、發心立愿、依愿力行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信讓人站得住，愿讓人走得遠，行讓人走得到。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開場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人的一生，究竟在追求什麼？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外在擁有，不一定等於內在幸福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真正長久的快樂，是心能安定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修道，是讓生命找到方向與依靠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總比喻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開車去台北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信：導航與方向，先知道路對不對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愿：汽油與動力，讓人持續往前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行：踩下油門，把道理落實出來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一、信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信為道元功德母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「信為道元功德母，長養一切諸善法。」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沒有信，道理進不來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真正的信，會在逆境中被考驗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信的重點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四信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信道真：大道是真實存在的根源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信理真：人本來有良心與善性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信天命真：得聞大道不是偶然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信因果業力亦真：順境不傲慢，逆境不怨恨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信的故事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外境再大，內心仍然不變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玄奘：西行求法，十七年不退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蘇武：北海牧羊，十九年守節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不是順利才信，而是越困難，越知道不能退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二、愿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入道要門，發心為首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「入道要門，發心為首；修行急務，立願居先。」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沒有愿，人就走不遠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愿者，原心也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愿，是我願意為什麼不放棄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愿的落點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大愿，從小愿做出來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自己修好一點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家庭和諧一點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遇事多一點良心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看到人多一點關心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真正的愿，不一定很偉大，但一定很真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愿的故事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鑑真大師東渡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受日本僧人邀請，東渡傳授戒律與佛法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航海危險，風浪難測，屢次失敗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後來雙目失明，仍然沒有放棄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終於抵達日本，利益更多的人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鑑真故事的結論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愿，是困難中不退的方向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他看不見了，心裡的方向卻沒有暗下來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不是憑一時熱情，而是靠一念愿心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不是看得見結果才肯走，而是心中有愿，所以願意往前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愿的故事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文天祥：看清代價，仍然願意走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「人生自古誰無死，留取丹心照汗青。」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國破家亡，仍守忠義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即使知道艱難，也仍然不改其心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三、行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千里之行，始於足下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400">
                <a:solidFill>
                  <a:srgbClr val="202124"/>
                </a:solidFill>
                <a:latin typeface="Microsoft JhengHei"/>
              </a:rPr>
              <a:t>• 「合抱之木，生於毫末；九層之臺，起於累土；千里之行，始於足下。」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修行最怕的不是慢，而是停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行不是做大事，而是不斷做對的事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行的生活練習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道理，要落在生活裡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情緒上來時，能不能忍一下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被誤會時，能不能少說一句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很累時，能不能多成全一點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沒人看見時，仍然願意做對的事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行的故事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知行合一，日用功夫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王陽明：龍場逆境，悟出知行合一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曾國藩：每天反省、讀書、改脾氣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不是一下變很好，而是每天改一點、每天做一點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結語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信為根，愿為力，行為路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有信沒有愿，人走不遠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有愿沒有行，事情做不成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只有行沒有信，人容易累，也容易退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因信而發愿，因愿而去行，因行而信更深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6382512"/>
            <a:ext cx="11978640" cy="73152"/>
          </a:xfrm>
          <a:prstGeom prst="rect">
            <a:avLst/>
          </a:prstGeom>
          <a:solidFill>
            <a:srgbClr val="A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05A"/>
                </a:solidFill>
                <a:latin typeface="Microsoft JhengHei"/>
              </a:rPr>
              <a:t>最後留給自己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300" b="1">
                <a:solidFill>
                  <a:srgbClr val="202124"/>
                </a:solidFill>
                <a:latin typeface="Microsoft JhengHei"/>
              </a:rPr>
              <a:t>三個問題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996696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我現在的信穩不穩？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我的愿清不清？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我今天有沒有真的去行？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700">
                <a:solidFill>
                  <a:srgbClr val="202124"/>
                </a:solidFill>
                <a:latin typeface="Microsoft JhengHei"/>
              </a:rPr>
              <a:t>• 以信為根、以愿為帆、以行為路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32764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56B70"/>
                </a:solidFill>
                <a:latin typeface="Microsoft Jheng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